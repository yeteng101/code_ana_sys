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510528"/>
            <a:ext cx="113385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83680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2606D"/>
                </a:solidFill>
              </a:rPr>
              <a:t>逆向分析入门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85800" y="987552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</a:rPr>
              <a:t>为什么调用链很难？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B7285"/>
                </a:solidFill>
              </a:rPr>
              <a:t>从模块架构分层看函数调用、异步回调链和复杂宏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248716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</a:rPr>
              <a:t>面向初学者：先分清三种“箭头”，再看如何逆向还原真实执行路径。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49808" y="3794760"/>
            <a:ext cx="3154680" cy="914400"/>
          </a:xfrm>
          <a:prstGeom prst="roundRect">
            <a:avLst>
              <a:gd name="adj" fmla="val 4000"/>
            </a:avLst>
          </a:prstGeom>
          <a:solidFill>
            <a:srgbClr val="E6FF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3886200"/>
            <a:ext cx="2935224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7285"/>
                </a:solidFill>
              </a:rPr>
              <a:t>普通函数调用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B7285"/>
                </a:solidFill>
              </a:rPr>
              <a:t>现在进入，等返回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26280" y="3794760"/>
            <a:ext cx="3154680" cy="914400"/>
          </a:xfrm>
          <a:prstGeom prst="roundRect">
            <a:avLst>
              <a:gd name="adj" fmla="val 4000"/>
            </a:avLst>
          </a:prstGeom>
          <a:solidFill>
            <a:srgbClr val="EAF7EE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6008" y="3886200"/>
            <a:ext cx="2935224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7A5C"/>
                </a:solidFill>
              </a:rPr>
              <a:t>异步回调链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F7A5C"/>
                </a:solidFill>
              </a:rPr>
              <a:t>现在登记，未来触发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302752" y="3794760"/>
            <a:ext cx="3154680" cy="914400"/>
          </a:xfrm>
          <a:prstGeom prst="roundRect">
            <a:avLst>
              <a:gd name="adj" fmla="val 4000"/>
            </a:avLst>
          </a:prstGeom>
          <a:solidFill>
            <a:srgbClr val="FFF4D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886200"/>
            <a:ext cx="2935224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7791F"/>
                </a:solidFill>
              </a:rPr>
              <a:t>复杂宏定义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B7791F"/>
                </a:solidFill>
              </a:rPr>
              <a:t>编译前改写代码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77240" y="550468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285"/>
                </a:solidFill>
              </a:rPr>
              <a:t>逆向分析要回答：箭头为什么存在？何时成立？证据在哪里？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510528"/>
            <a:ext cx="113385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83680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2606D"/>
                </a:solidFill>
              </a:rPr>
              <a:t>逆向分析入门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</a:rPr>
              <a:t>三类关系，三种分析难点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83210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606D"/>
                </a:solidFill>
              </a:rPr>
              <a:t>不能只把所有关系都画成 A -&gt; B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1325880"/>
            <a:ext cx="2057400" cy="749808"/>
          </a:xfrm>
          <a:prstGeom prst="roundRect">
            <a:avLst>
              <a:gd name="adj" fmla="val 4878"/>
            </a:avLst>
          </a:prstGeom>
          <a:solidFill>
            <a:srgbClr val="E6FF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417320"/>
            <a:ext cx="183794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285"/>
                </a:solidFill>
              </a:rPr>
              <a:t>普通调用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63240" y="1325880"/>
            <a:ext cx="278892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72968" y="1417320"/>
            <a:ext cx="256946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main -&gt; add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325880"/>
            <a:ext cx="516636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417320"/>
            <a:ext cx="494690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2606D"/>
                </a:solidFill>
              </a:rPr>
              <a:t>直接可见，但函数指针会隐藏终点。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2514600"/>
            <a:ext cx="2057400" cy="749808"/>
          </a:xfrm>
          <a:prstGeom prst="roundRect">
            <a:avLst>
              <a:gd name="adj" fmla="val 4878"/>
            </a:avLst>
          </a:prstGeom>
          <a:solidFill>
            <a:srgbClr val="EAF7EE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606040"/>
            <a:ext cx="183794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7A5C"/>
                </a:solidFill>
              </a:rPr>
              <a:t>异步回调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063240" y="2514600"/>
            <a:ext cx="278892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72968" y="2606040"/>
            <a:ext cx="256946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注册 -&gt; 事件 -&gt; callback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63640" y="2514600"/>
            <a:ext cx="516636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2606040"/>
            <a:ext cx="494690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2606D"/>
                </a:solidFill>
              </a:rPr>
              <a:t>中间隔着时间、线程、队列，当前栈看不到未来。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3703320"/>
            <a:ext cx="2057400" cy="749808"/>
          </a:xfrm>
          <a:prstGeom prst="roundRect">
            <a:avLst>
              <a:gd name="adj" fmla="val 4878"/>
            </a:avLst>
          </a:prstGeom>
          <a:solidFill>
            <a:srgbClr val="FFF4D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3794760"/>
            <a:ext cx="183794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</a:rPr>
              <a:t>复杂宏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063240" y="3703320"/>
            <a:ext cx="278892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2968" y="3794760"/>
            <a:ext cx="256946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源码 -&gt; 预处理后代码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63640" y="3703320"/>
            <a:ext cx="516636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3794760"/>
            <a:ext cx="494690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2606D"/>
                </a:solidFill>
              </a:rPr>
              <a:t>不同平台和宏开关可能生成不同调用图。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525780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所以调用图至少要区分：direct_call、callback_edge、implementation_of。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77240" y="57150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7285"/>
                </a:solidFill>
              </a:rPr>
              <a:t>初学者记忆：直接调用看“现在”，回调看“未来”，宏看“编译后”。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510528"/>
            <a:ext cx="113385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83680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2606D"/>
                </a:solidFill>
              </a:rPr>
              <a:t>逆向分析入门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</a:rPr>
              <a:t>模块分层：源码目录不等于运行时路径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83210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606D"/>
                </a:solidFill>
              </a:rPr>
              <a:t>回调和平台实现会把原本分开的层重新连接起来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24231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1417320"/>
            <a:ext cx="2203704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网络层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注册 read callback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54096" y="1755648"/>
            <a:ext cx="329184" cy="0"/>
          </a:xfrm>
          <a:prstGeom prst="line">
            <a:avLst/>
          </a:prstGeom>
          <a:noFill/>
          <a:ln w="19050">
            <a:solidFill>
              <a:srgbClr val="0B728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74720" y="1325880"/>
            <a:ext cx="2423160" cy="868680"/>
          </a:xfrm>
          <a:prstGeom prst="roundRect">
            <a:avLst>
              <a:gd name="adj" fmla="val 4211"/>
            </a:avLst>
          </a:prstGeom>
          <a:solidFill>
            <a:srgbClr val="EAF7EE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84448" y="1417320"/>
            <a:ext cx="2203704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5C"/>
                </a:solidFill>
              </a:rPr>
              <a:t>事件层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F7A5C"/>
                </a:solidFill>
              </a:rPr>
              <a:t>等待 socket 就绪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61888" y="1755648"/>
            <a:ext cx="329184" cy="0"/>
          </a:xfrm>
          <a:prstGeom prst="line">
            <a:avLst/>
          </a:prstGeom>
          <a:noFill/>
          <a:ln w="19050">
            <a:solidFill>
              <a:srgbClr val="1F7A5C"/>
            </a:solidFill>
            <a:prstDash val="dash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82512" y="1325880"/>
            <a:ext cx="24231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417320"/>
            <a:ext cx="2203704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处理层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解析请求 / 执行命令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869680" y="1755648"/>
            <a:ext cx="329184" cy="0"/>
          </a:xfrm>
          <a:prstGeom prst="line">
            <a:avLst/>
          </a:prstGeom>
          <a:noFill/>
          <a:ln w="19050">
            <a:solidFill>
              <a:srgbClr val="0B728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290304" y="1325880"/>
            <a:ext cx="24231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00032" y="1417320"/>
            <a:ext cx="2203704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输出层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发送响应 / 关闭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2606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2606D"/>
                </a:solidFill>
              </a:rPr>
              <a:t>简化调用链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7240" y="3017520"/>
            <a:ext cx="1828800" cy="640080"/>
          </a:xfrm>
          <a:prstGeom prst="roundRect">
            <a:avLst>
              <a:gd name="adj" fmla="val 5714"/>
            </a:avLst>
          </a:prstGeom>
          <a:solidFill>
            <a:srgbClr val="E6FF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108960"/>
            <a:ext cx="16093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285"/>
                </a:solidFill>
              </a:rPr>
              <a:t>aeMain / uv_run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063240" y="3017520"/>
            <a:ext cx="182880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2968" y="3108960"/>
            <a:ext cx="16093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02A43"/>
                </a:solidFill>
              </a:rPr>
              <a:t>aeApiPoll / io_poll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349240" y="3017520"/>
            <a:ext cx="1828800" cy="640080"/>
          </a:xfrm>
          <a:prstGeom prst="roundRect">
            <a:avLst>
              <a:gd name="adj" fmla="val 5714"/>
            </a:avLst>
          </a:prstGeom>
          <a:solidFill>
            <a:srgbClr val="EAF7EE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58968" y="3108960"/>
            <a:ext cx="16093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5C"/>
                </a:solidFill>
              </a:rPr>
              <a:t>回调 callback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35240" y="3017520"/>
            <a:ext cx="182880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44968" y="3108960"/>
            <a:ext cx="16093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02A43"/>
                </a:solidFill>
              </a:rPr>
              <a:t>parser / command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921240" y="3017520"/>
            <a:ext cx="1554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0968" y="3108960"/>
            <a:ext cx="133502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02A43"/>
                </a:solidFill>
              </a:rPr>
              <a:t>reply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670048" y="3337560"/>
            <a:ext cx="329184" cy="0"/>
          </a:xfrm>
          <a:prstGeom prst="line">
            <a:avLst/>
          </a:prstGeom>
          <a:noFill/>
          <a:ln w="19050">
            <a:solidFill>
              <a:srgbClr val="0B7285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956048" y="3337560"/>
            <a:ext cx="329184" cy="0"/>
          </a:xfrm>
          <a:prstGeom prst="line">
            <a:avLst/>
          </a:prstGeom>
          <a:noFill/>
          <a:ln w="19050">
            <a:solidFill>
              <a:srgbClr val="1F7A5C"/>
            </a:solidFill>
            <a:prstDash val="dash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242048" y="3337560"/>
            <a:ext cx="329184" cy="0"/>
          </a:xfrm>
          <a:prstGeom prst="line">
            <a:avLst/>
          </a:prstGeom>
          <a:noFill/>
          <a:ln w="19050">
            <a:solidFill>
              <a:srgbClr val="0B7285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28048" y="3337560"/>
            <a:ext cx="329184" cy="0"/>
          </a:xfrm>
          <a:prstGeom prst="line">
            <a:avLst/>
          </a:prstGeom>
          <a:noFill/>
          <a:ln w="19050">
            <a:solidFill>
              <a:srgbClr val="0B7285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868680" y="4297680"/>
            <a:ext cx="1024128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02A43"/>
                </a:solidFill>
              </a:rPr>
              <a:t>回调：不是当前函数直接调用，而是事件发生后再回到上层。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02A43"/>
                </a:solidFill>
              </a:rPr>
              <a:t>宏 / 平台：epoll、kqueue、select 可能是同一抽象的不同实现。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02A43"/>
                </a:solidFill>
              </a:rPr>
              <a:t>函数指针：终点可能在结构体字段或外部模块里。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510528"/>
            <a:ext cx="113385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83680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2606D"/>
                </a:solidFill>
              </a:rPr>
              <a:t>逆向分析入门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</a:rPr>
              <a:t>初学者的四步分析法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83210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606D"/>
                </a:solidFill>
              </a:rPr>
              <a:t>先把问题变小，再让每条结论可复核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8680" y="1234440"/>
            <a:ext cx="566928" cy="530352"/>
          </a:xfrm>
          <a:prstGeom prst="roundRect">
            <a:avLst>
              <a:gd name="adj" fmla="val 6897"/>
            </a:avLst>
          </a:prstGeom>
          <a:solidFill>
            <a:srgbClr val="0B728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691640" y="1234440"/>
            <a:ext cx="196596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01368" y="1325880"/>
            <a:ext cx="174650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选一个入口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931920" y="1234440"/>
            <a:ext cx="699516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41648" y="1325880"/>
            <a:ext cx="677570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uv_run、aeMain 或网络 API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68680" y="2130552"/>
            <a:ext cx="566928" cy="530352"/>
          </a:xfrm>
          <a:prstGeom prst="roundRect">
            <a:avLst>
              <a:gd name="adj" fmla="val 6897"/>
            </a:avLst>
          </a:prstGeom>
          <a:solidFill>
            <a:srgbClr val="0B728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8408" y="2221992"/>
            <a:ext cx="34747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691640" y="2130552"/>
            <a:ext cx="196596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01368" y="2221992"/>
            <a:ext cx="174650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追三件事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931920" y="2130552"/>
            <a:ext cx="699516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41648" y="2221992"/>
            <a:ext cx="677570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谁注册？谁触发？谁执行？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68680" y="3026664"/>
            <a:ext cx="566928" cy="530352"/>
          </a:xfrm>
          <a:prstGeom prst="roundRect">
            <a:avLst>
              <a:gd name="adj" fmla="val 6897"/>
            </a:avLst>
          </a:prstGeom>
          <a:solidFill>
            <a:srgbClr val="0B728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118104"/>
            <a:ext cx="34747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691640" y="3026664"/>
            <a:ext cx="196596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01368" y="3118104"/>
            <a:ext cx="174650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固定配置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931920" y="3026664"/>
            <a:ext cx="699516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41648" y="3118104"/>
            <a:ext cx="677570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commit、平台、编译宏、生成步骤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68680" y="3922776"/>
            <a:ext cx="566928" cy="530352"/>
          </a:xfrm>
          <a:prstGeom prst="roundRect">
            <a:avLst>
              <a:gd name="adj" fmla="val 6897"/>
            </a:avLst>
          </a:prstGeom>
          <a:solidFill>
            <a:srgbClr val="0B728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8408" y="4014216"/>
            <a:ext cx="34747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691640" y="3922776"/>
            <a:ext cx="196596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01368" y="4014216"/>
            <a:ext cx="174650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保留证据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931920" y="3922776"/>
            <a:ext cx="699516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41648" y="4014216"/>
            <a:ext cx="677570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文件、行号、边类型、置信度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417320" y="5074920"/>
            <a:ext cx="9326880" cy="804672"/>
          </a:xfrm>
          <a:prstGeom prst="roundRect">
            <a:avLst>
              <a:gd name="adj" fmla="val 4545"/>
            </a:avLst>
          </a:prstGeom>
          <a:solidFill>
            <a:srgbClr val="E6FF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27048" y="5166360"/>
            <a:ext cx="9107424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7285"/>
                </a:solidFill>
              </a:rPr>
              <a:t>不能唯一确定时：输出候选集合和置信度，不要把猜测写成事实。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一句话总结：函数调用看栈，异步回调看事件，复杂宏看预处理结果。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Heit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Heit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逆向分析入门：为什么调用链很难</dc:title>
  <dc:subject>PptxGenJS Presentation</dc:subject>
  <dc:creator>Code Reverse Agent</dc:creator>
  <cp:lastModifiedBy>Code Reverse Agent</cp:lastModifiedBy>
  <cp:revision>1</cp:revision>
  <dcterms:created xsi:type="dcterms:W3CDTF">2026-08-20T08:46:27Z</dcterms:created>
  <dcterms:modified xsi:type="dcterms:W3CDTF">2026-08-20T08:46:27Z</dcterms:modified>
</cp:coreProperties>
</file>